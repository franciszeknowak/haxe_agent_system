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9" r:id="rId1"/>
    <p:sldMasterId id="2147484008" r:id="rId2"/>
  </p:sldMasterIdLst>
  <p:notesMasterIdLst>
    <p:notesMasterId r:id="rId8"/>
  </p:notesMasterIdLst>
  <p:sldIdLst>
    <p:sldId id="1574" r:id="rId3"/>
    <p:sldId id="1573" r:id="rId4"/>
    <p:sldId id="1589" r:id="rId5"/>
    <p:sldId id="1575" r:id="rId6"/>
    <p:sldId id="1591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masz Giller" initials="TG" lastIdx="11" clrIdx="0"/>
  <p:cmAuthor id="1" name="Piotr Miekus KPM consulting" initials="PMKc" lastIdx="1" clrIdx="1">
    <p:extLst>
      <p:ext uri="{19B8F6BF-5375-455C-9EA6-DF929625EA0E}">
        <p15:presenceInfo xmlns:p15="http://schemas.microsoft.com/office/powerpoint/2012/main" userId="10fb01b51bca5d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BA403-FCA0-4A4C-BD77-BE6EE632FE24}" v="2" dt="2026-04-08T09:09:31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a wichniarek" userId="03d17389ec6e23c6" providerId="LiveId" clId="{81661884-761B-439B-8405-8A0D8042E996}"/>
    <pc:docChg chg="custSel delSld modSld">
      <pc:chgData name="paulina wichniarek" userId="03d17389ec6e23c6" providerId="LiveId" clId="{81661884-761B-439B-8405-8A0D8042E996}" dt="2026-04-08T09:10:41.436" v="62" actId="20577"/>
      <pc:docMkLst>
        <pc:docMk/>
      </pc:docMkLst>
      <pc:sldChg chg="addSp delSp modSp mod">
        <pc:chgData name="paulina wichniarek" userId="03d17389ec6e23c6" providerId="LiveId" clId="{81661884-761B-439B-8405-8A0D8042E996}" dt="2026-04-08T08:57:32.201" v="22" actId="255"/>
        <pc:sldMkLst>
          <pc:docMk/>
          <pc:sldMk cId="529081190" sldId="1573"/>
        </pc:sldMkLst>
        <pc:spChg chg="mod">
          <ac:chgData name="paulina wichniarek" userId="03d17389ec6e23c6" providerId="LiveId" clId="{81661884-761B-439B-8405-8A0D8042E996}" dt="2026-04-08T08:57:07.513" v="16" actId="20577"/>
          <ac:spMkLst>
            <pc:docMk/>
            <pc:sldMk cId="529081190" sldId="1573"/>
            <ac:spMk id="7" creationId="{753B834F-B7D0-ACBB-7F6E-682558216FB7}"/>
          </ac:spMkLst>
        </pc:spChg>
        <pc:graphicFrameChg chg="add mod modGraphic">
          <ac:chgData name="paulina wichniarek" userId="03d17389ec6e23c6" providerId="LiveId" clId="{81661884-761B-439B-8405-8A0D8042E996}" dt="2026-04-08T08:57:32.201" v="22" actId="255"/>
          <ac:graphicFrameMkLst>
            <pc:docMk/>
            <pc:sldMk cId="529081190" sldId="1573"/>
            <ac:graphicFrameMk id="2" creationId="{A7B5391E-2456-2311-8C55-9C8D4729D4D2}"/>
          </ac:graphicFrameMkLst>
        </pc:graphicFrameChg>
        <pc:picChg chg="del">
          <ac:chgData name="paulina wichniarek" userId="03d17389ec6e23c6" providerId="LiveId" clId="{81661884-761B-439B-8405-8A0D8042E996}" dt="2026-04-08T08:57:09.284" v="17" actId="478"/>
          <ac:picMkLst>
            <pc:docMk/>
            <pc:sldMk cId="529081190" sldId="1573"/>
            <ac:picMk id="4" creationId="{A46EB532-0FB6-AB3C-C0B4-19677C28F445}"/>
          </ac:picMkLst>
        </pc:picChg>
      </pc:sldChg>
      <pc:sldChg chg="modSp mod">
        <pc:chgData name="paulina wichniarek" userId="03d17389ec6e23c6" providerId="LiveId" clId="{81661884-761B-439B-8405-8A0D8042E996}" dt="2026-04-08T09:10:15.490" v="52" actId="20577"/>
        <pc:sldMkLst>
          <pc:docMk/>
          <pc:sldMk cId="4293698381" sldId="1575"/>
        </pc:sldMkLst>
        <pc:spChg chg="mod">
          <ac:chgData name="paulina wichniarek" userId="03d17389ec6e23c6" providerId="LiveId" clId="{81661884-761B-439B-8405-8A0D8042E996}" dt="2026-04-08T09:10:15.490" v="52" actId="20577"/>
          <ac:spMkLst>
            <pc:docMk/>
            <pc:sldMk cId="4293698381" sldId="1575"/>
            <ac:spMk id="2" creationId="{BEC8D565-3BD1-AA4A-659B-06ECB3353E40}"/>
          </ac:spMkLst>
        </pc:spChg>
      </pc:sldChg>
      <pc:sldChg chg="del">
        <pc:chgData name="paulina wichniarek" userId="03d17389ec6e23c6" providerId="LiveId" clId="{81661884-761B-439B-8405-8A0D8042E996}" dt="2026-04-08T09:10:31.956" v="55" actId="2696"/>
        <pc:sldMkLst>
          <pc:docMk/>
          <pc:sldMk cId="2225785776" sldId="1576"/>
        </pc:sldMkLst>
      </pc:sldChg>
      <pc:sldChg chg="addSp delSp modSp mod">
        <pc:chgData name="paulina wichniarek" userId="03d17389ec6e23c6" providerId="LiveId" clId="{81661884-761B-439B-8405-8A0D8042E996}" dt="2026-04-08T09:09:57.600" v="34" actId="14734"/>
        <pc:sldMkLst>
          <pc:docMk/>
          <pc:sldMk cId="1567616148" sldId="1589"/>
        </pc:sldMkLst>
        <pc:spChg chg="mod">
          <ac:chgData name="paulina wichniarek" userId="03d17389ec6e23c6" providerId="LiveId" clId="{81661884-761B-439B-8405-8A0D8042E996}" dt="2026-04-08T08:57:41.192" v="25" actId="6549"/>
          <ac:spMkLst>
            <pc:docMk/>
            <pc:sldMk cId="1567616148" sldId="1589"/>
            <ac:spMk id="2" creationId="{BC4CF004-680C-9A80-7DDF-70C3A770A76F}"/>
          </ac:spMkLst>
        </pc:spChg>
        <pc:spChg chg="add del mod">
          <ac:chgData name="paulina wichniarek" userId="03d17389ec6e23c6" providerId="LiveId" clId="{81661884-761B-439B-8405-8A0D8042E996}" dt="2026-04-08T09:09:31.768" v="27"/>
          <ac:spMkLst>
            <pc:docMk/>
            <pc:sldMk cId="1567616148" sldId="1589"/>
            <ac:spMk id="4" creationId="{C652289D-064A-E58C-F926-D5BC6001FCA9}"/>
          </ac:spMkLst>
        </pc:spChg>
        <pc:graphicFrameChg chg="add mod modGraphic">
          <ac:chgData name="paulina wichniarek" userId="03d17389ec6e23c6" providerId="LiveId" clId="{81661884-761B-439B-8405-8A0D8042E996}" dt="2026-04-08T09:09:57.600" v="34" actId="14734"/>
          <ac:graphicFrameMkLst>
            <pc:docMk/>
            <pc:sldMk cId="1567616148" sldId="1589"/>
            <ac:graphicFrameMk id="6" creationId="{D79C0EE1-5114-7EA1-B78F-2BA0B9E1A596}"/>
          </ac:graphicFrameMkLst>
        </pc:graphicFrameChg>
        <pc:picChg chg="del">
          <ac:chgData name="paulina wichniarek" userId="03d17389ec6e23c6" providerId="LiveId" clId="{81661884-761B-439B-8405-8A0D8042E996}" dt="2026-04-08T08:57:43.285" v="26" actId="478"/>
          <ac:picMkLst>
            <pc:docMk/>
            <pc:sldMk cId="1567616148" sldId="1589"/>
            <ac:picMk id="5" creationId="{EF082EB9-58DE-49D5-F836-2C316B267CDD}"/>
          </ac:picMkLst>
        </pc:picChg>
      </pc:sldChg>
      <pc:sldChg chg="modSp mod">
        <pc:chgData name="paulina wichniarek" userId="03d17389ec6e23c6" providerId="LiveId" clId="{81661884-761B-439B-8405-8A0D8042E996}" dt="2026-04-08T09:10:41.436" v="62" actId="20577"/>
        <pc:sldMkLst>
          <pc:docMk/>
          <pc:sldMk cId="1108579077" sldId="1591"/>
        </pc:sldMkLst>
        <pc:spChg chg="mod">
          <ac:chgData name="paulina wichniarek" userId="03d17389ec6e23c6" providerId="LiveId" clId="{81661884-761B-439B-8405-8A0D8042E996}" dt="2026-04-08T09:10:41.436" v="62" actId="20577"/>
          <ac:spMkLst>
            <pc:docMk/>
            <pc:sldMk cId="1108579077" sldId="1591"/>
            <ac:spMk id="2" creationId="{936533D9-3AD7-B9F1-4059-FF208A3120C7}"/>
          </ac:spMkLst>
        </pc:spChg>
        <pc:spChg chg="mod">
          <ac:chgData name="paulina wichniarek" userId="03d17389ec6e23c6" providerId="LiveId" clId="{81661884-761B-439B-8405-8A0D8042E996}" dt="2026-04-08T09:10:27.343" v="54" actId="27636"/>
          <ac:spMkLst>
            <pc:docMk/>
            <pc:sldMk cId="1108579077" sldId="1591"/>
            <ac:spMk id="3" creationId="{A2471629-C4FF-6723-2C64-98CE2D69FD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B868B-9602-4E10-9100-666921836A36}" type="datetimeFigureOut">
              <a:rPr lang="en-US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116F0-266B-4438-8E36-9B07824AE7E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93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5890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900"/>
              </a:spcBef>
              <a:defRPr/>
            </a:lvl1pPr>
            <a:lvl2pPr>
              <a:spcBef>
                <a:spcPts val="900"/>
              </a:spcBef>
              <a:defRPr/>
            </a:lvl2pPr>
            <a:lvl3pPr>
              <a:spcBef>
                <a:spcPts val="900"/>
              </a:spcBef>
              <a:defRPr/>
            </a:lvl3pPr>
            <a:lvl4pPr>
              <a:spcBef>
                <a:spcPts val="900"/>
              </a:spcBef>
              <a:defRPr/>
            </a:lvl4pPr>
            <a:lvl5pPr>
              <a:spcBef>
                <a:spcPts val="9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835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52421"/>
            <a:ext cx="7772400" cy="4627563"/>
          </a:xfrm>
        </p:spPr>
        <p:txBody>
          <a:bodyPr/>
          <a:lstStyle>
            <a:lvl1pPr>
              <a:spcBef>
                <a:spcPts val="900"/>
              </a:spcBef>
              <a:defRPr/>
            </a:lvl1pPr>
            <a:lvl2pPr>
              <a:spcBef>
                <a:spcPts val="900"/>
              </a:spcBef>
              <a:defRPr/>
            </a:lvl2pPr>
            <a:lvl3pPr>
              <a:spcBef>
                <a:spcPts val="900"/>
              </a:spcBef>
              <a:defRPr/>
            </a:lvl3pPr>
            <a:lvl4pPr>
              <a:spcBef>
                <a:spcPts val="900"/>
              </a:spcBef>
              <a:defRPr/>
            </a:lvl4pPr>
            <a:lvl5pPr>
              <a:spcBef>
                <a:spcPts val="9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7760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171446" indent="-171446">
              <a:spcBef>
                <a:spcPts val="900"/>
              </a:spcBef>
              <a:buFont typeface="Arial" panose="020B0604020202020204" pitchFamily="34" charset="0"/>
              <a:buChar char="•"/>
              <a:defRPr sz="1200"/>
            </a:lvl2pPr>
            <a:lvl3pPr marL="357179" indent="-185733">
              <a:spcBef>
                <a:spcPts val="900"/>
              </a:spcBef>
              <a:buFont typeface="Open Sans Light" panose="020B0306030504020204" pitchFamily="34" charset="0"/>
              <a:buChar char="–"/>
              <a:defRPr sz="1200"/>
            </a:lvl3pPr>
            <a:lvl4pPr marL="514337" indent="-171446">
              <a:spcBef>
                <a:spcPts val="900"/>
              </a:spcBef>
              <a:buFont typeface="Arial" panose="020B0604020202020204" pitchFamily="34" charset="0"/>
              <a:buChar char="•"/>
              <a:defRPr sz="1200"/>
            </a:lvl4pPr>
            <a:lvl5pPr marL="685783" indent="-171446">
              <a:spcBef>
                <a:spcPts val="900"/>
              </a:spcBef>
              <a:buFont typeface="Open Sans Light" panose="020B0306030504020204" pitchFamily="34" charset="0"/>
              <a:buChar char="–"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843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52421"/>
            <a:ext cx="77724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171446" indent="-171446">
              <a:spcBef>
                <a:spcPts val="900"/>
              </a:spcBef>
              <a:buFont typeface="Arial" panose="020B0604020202020204" pitchFamily="34" charset="0"/>
              <a:buChar char="•"/>
              <a:defRPr sz="1200"/>
            </a:lvl2pPr>
            <a:lvl3pPr marL="342892" indent="-171446">
              <a:spcBef>
                <a:spcPts val="900"/>
              </a:spcBef>
              <a:buFont typeface="Open Sans Light" panose="020B0306030504020204" pitchFamily="34" charset="0"/>
              <a:buChar char="–"/>
              <a:defRPr sz="1200"/>
            </a:lvl3pPr>
            <a:lvl4pPr marL="514337" indent="-171446">
              <a:spcBef>
                <a:spcPts val="900"/>
              </a:spcBef>
              <a:buFont typeface="Arial" panose="020B0604020202020204" pitchFamily="34" charset="0"/>
              <a:buChar char="•"/>
              <a:defRPr sz="1200"/>
            </a:lvl4pPr>
            <a:lvl5pPr marL="685783" indent="-171446">
              <a:spcBef>
                <a:spcPts val="900"/>
              </a:spcBef>
              <a:buFont typeface="Open Sans Light" panose="020B0306030504020204" pitchFamily="34" charset="0"/>
              <a:buChar char="–"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7765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52421"/>
            <a:ext cx="3810000" cy="4525963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52421"/>
            <a:ext cx="3810000" cy="4525963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6846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1"/>
            <a:ext cx="3810000" cy="4525963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1"/>
            <a:ext cx="3810000" cy="4525963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822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6144"/>
            <a:ext cx="3811588" cy="230832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15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560285"/>
            <a:ext cx="3811588" cy="4565877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96144"/>
            <a:ext cx="3813174" cy="230832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15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560285"/>
            <a:ext cx="3813174" cy="4565877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7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9228"/>
            <a:ext cx="3811588" cy="230832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15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803371"/>
            <a:ext cx="3811588" cy="436883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9228"/>
            <a:ext cx="3813174" cy="230832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15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03371"/>
            <a:ext cx="3813174" cy="436883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11698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455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35559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Utter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247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gh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286762" y="0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573524" y="0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860286" y="0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3419856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286762" y="3419856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573524" y="3419856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860286" y="3419856"/>
            <a:ext cx="229743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13684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ftee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828229" y="0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656457" y="0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5484686" y="0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2914" y="0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281428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828229" y="2281428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656457" y="2281428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484686" y="2281428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12914" y="2281428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4562856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828229" y="4562856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3656457" y="4562856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5484686" y="4562856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7312914" y="4562856"/>
            <a:ext cx="1831086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169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521562" y="0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043124" y="0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564685" y="0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607808" y="0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086247" y="0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1709928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1521562" y="1709928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3043124" y="1709928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564685" y="1709928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7607808" y="1709928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086247" y="1709928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3419856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1521562" y="3419856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3043124" y="3419856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564685" y="3419856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7607808" y="3419856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086247" y="3419856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5129784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521562" y="5129784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3043124" y="5129784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4564685" y="5129784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7607808" y="5129784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6086247" y="5129784"/>
            <a:ext cx="1536192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40387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26670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3"/>
              </a:buClr>
              <a:defRPr sz="1050"/>
            </a:lvl3pPr>
            <a:lvl4pPr marL="400040" indent="-171446">
              <a:buClr>
                <a:schemeClr val="accent3"/>
              </a:buClr>
              <a:defRPr sz="1050"/>
            </a:lvl4pPr>
            <a:lvl5pPr marL="571486" indent="-171446"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6482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2"/>
              </a:buClr>
              <a:defRPr sz="1050"/>
            </a:lvl3pPr>
            <a:lvl4pPr marL="400040" indent="-171446">
              <a:buClr>
                <a:schemeClr val="accent2"/>
              </a:buClr>
              <a:defRPr sz="1050"/>
            </a:lvl4pPr>
            <a:lvl5pPr marL="571486" indent="-171446"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6294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bg2"/>
              </a:buClr>
              <a:defRPr sz="1050"/>
            </a:lvl3pPr>
            <a:lvl4pPr marL="400040" indent="-171446">
              <a:buClr>
                <a:schemeClr val="bg2"/>
              </a:buClr>
              <a:defRPr sz="1050"/>
            </a:lvl4pPr>
            <a:lvl5pPr marL="571486" indent="-171446"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474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7000"/>
            <a:ext cx="18288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26670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3"/>
              </a:buClr>
              <a:defRPr sz="1050"/>
            </a:lvl3pPr>
            <a:lvl4pPr marL="400040" indent="-171446">
              <a:buClr>
                <a:schemeClr val="accent3"/>
              </a:buClr>
              <a:defRPr sz="1050"/>
            </a:lvl4pPr>
            <a:lvl5pPr marL="571486" indent="-171446"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6482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2"/>
              </a:buClr>
              <a:defRPr sz="1050"/>
            </a:lvl3pPr>
            <a:lvl4pPr marL="400040" indent="-171446">
              <a:buClr>
                <a:schemeClr val="accent2"/>
              </a:buClr>
              <a:defRPr sz="1050"/>
            </a:lvl4pPr>
            <a:lvl5pPr marL="571486" indent="-171446"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629400" y="4980566"/>
            <a:ext cx="1828800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bg2"/>
              </a:buClr>
              <a:defRPr sz="1050"/>
            </a:lvl3pPr>
            <a:lvl4pPr marL="400040" indent="-171446">
              <a:buClr>
                <a:schemeClr val="bg2"/>
              </a:buClr>
              <a:defRPr sz="1050"/>
            </a:lvl4pPr>
            <a:lvl5pPr marL="571486" indent="-171446"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1932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9850" y="1397000"/>
            <a:ext cx="249631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" y="4980566"/>
            <a:ext cx="249631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323844" y="4980566"/>
            <a:ext cx="249631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4"/>
              </a:buClr>
              <a:defRPr sz="1050"/>
            </a:lvl3pPr>
            <a:lvl4pPr marL="400040" indent="-171446">
              <a:buClr>
                <a:schemeClr val="accent4"/>
              </a:buClr>
              <a:defRPr sz="1050"/>
            </a:lvl4pPr>
            <a:lvl5pPr marL="571486" indent="-171446"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5961888" y="4980566"/>
            <a:ext cx="249631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2"/>
              </a:buClr>
              <a:defRPr sz="1050"/>
            </a:lvl3pPr>
            <a:lvl4pPr marL="400040" indent="-171446">
              <a:buClr>
                <a:schemeClr val="accent2"/>
              </a:buClr>
              <a:defRPr sz="1050"/>
            </a:lvl4pPr>
            <a:lvl5pPr marL="571486" indent="-171446"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8949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" y="4980566"/>
            <a:ext cx="249631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323844" y="4980566"/>
            <a:ext cx="249631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4"/>
              </a:buClr>
              <a:defRPr sz="1050"/>
            </a:lvl3pPr>
            <a:lvl4pPr marL="400040" indent="-171446">
              <a:buClr>
                <a:schemeClr val="accent4"/>
              </a:buClr>
              <a:defRPr sz="1050"/>
            </a:lvl4pPr>
            <a:lvl5pPr marL="571486" indent="-171446"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5961888" y="4980566"/>
            <a:ext cx="249631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accent2"/>
              </a:buClr>
              <a:defRPr sz="1050"/>
            </a:lvl3pPr>
            <a:lvl4pPr marL="400040" indent="-171446">
              <a:buClr>
                <a:schemeClr val="accent2"/>
              </a:buClr>
              <a:defRPr sz="1050"/>
            </a:lvl4pPr>
            <a:lvl5pPr marL="571486" indent="-171446"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79920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381419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7000"/>
            <a:ext cx="381419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" y="4980566"/>
            <a:ext cx="381419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644009" y="4980566"/>
            <a:ext cx="381419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bg2"/>
              </a:buClr>
              <a:defRPr sz="1050"/>
            </a:lvl3pPr>
            <a:lvl4pPr marL="400040" indent="-171446">
              <a:buClr>
                <a:schemeClr val="bg2"/>
              </a:buClr>
              <a:defRPr sz="1050"/>
            </a:lvl4pPr>
            <a:lvl5pPr marL="571486" indent="-171446"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05332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381419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7000"/>
            <a:ext cx="3814192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" y="4980566"/>
            <a:ext cx="381419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644009" y="4980566"/>
            <a:ext cx="381419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28594" indent="-114297">
              <a:buClr>
                <a:schemeClr val="bg2"/>
              </a:buClr>
              <a:defRPr sz="1050"/>
            </a:lvl3pPr>
            <a:lvl4pPr marL="400040" indent="-171446">
              <a:buClr>
                <a:schemeClr val="bg2"/>
              </a:buClr>
              <a:defRPr sz="1050"/>
            </a:lvl4pPr>
            <a:lvl5pPr marL="571486" indent="-171446"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97665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2666238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3"/>
              </a:buClr>
              <a:defRPr sz="1050"/>
            </a:lvl3pPr>
            <a:lvl4pPr marL="385763" indent="-128588">
              <a:buClr>
                <a:schemeClr val="accent3"/>
              </a:buClr>
              <a:defRPr sz="1050"/>
            </a:lvl4pPr>
            <a:lvl5pPr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4646676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2"/>
              </a:buClr>
              <a:defRPr sz="1050"/>
            </a:lvl3pPr>
            <a:lvl4pPr marL="385763" indent="-128588">
              <a:buClr>
                <a:schemeClr val="accent2"/>
              </a:buClr>
              <a:defRPr sz="1050"/>
            </a:lvl4pPr>
            <a:lvl5pPr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6627114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bg2"/>
              </a:buClr>
              <a:defRPr sz="1050"/>
            </a:lvl3pPr>
            <a:lvl4pPr marL="385763" indent="-128588">
              <a:buClr>
                <a:schemeClr val="bg2"/>
              </a:buClr>
              <a:defRPr sz="1050"/>
            </a:lvl4pPr>
            <a:lvl5pPr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0786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7001"/>
            <a:ext cx="18288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2666238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3"/>
              </a:buClr>
              <a:defRPr sz="1050"/>
            </a:lvl3pPr>
            <a:lvl4pPr marL="385763" indent="-128588">
              <a:buClr>
                <a:schemeClr val="accent3"/>
              </a:buClr>
              <a:defRPr sz="1050"/>
            </a:lvl4pPr>
            <a:lvl5pPr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4646676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2"/>
              </a:buClr>
              <a:defRPr sz="1050"/>
            </a:lvl3pPr>
            <a:lvl4pPr marL="385763" indent="-128588">
              <a:buClr>
                <a:schemeClr val="accent2"/>
              </a:buClr>
              <a:defRPr sz="1050"/>
            </a:lvl4pPr>
            <a:lvl5pPr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6627114" y="3055281"/>
            <a:ext cx="1831086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bg2"/>
              </a:buClr>
              <a:defRPr sz="1050"/>
            </a:lvl3pPr>
            <a:lvl4pPr marL="385763" indent="-128588">
              <a:buClr>
                <a:schemeClr val="bg2"/>
              </a:buClr>
              <a:defRPr sz="1050"/>
            </a:lvl4pPr>
            <a:lvl5pPr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85651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3055281"/>
            <a:ext cx="2496312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323844" y="3055281"/>
            <a:ext cx="2496312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4"/>
              </a:buClr>
              <a:defRPr sz="1050"/>
            </a:lvl3pPr>
            <a:lvl4pPr marL="385763" indent="-128588">
              <a:buClr>
                <a:schemeClr val="accent4"/>
              </a:buClr>
              <a:defRPr sz="1050"/>
            </a:lvl4pPr>
            <a:lvl5pPr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5961888" y="3055281"/>
            <a:ext cx="2496312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2"/>
              </a:buClr>
              <a:buSzPct val="100000"/>
              <a:defRPr sz="1050"/>
            </a:lvl3pPr>
            <a:lvl4pPr marL="385763" indent="-128588">
              <a:buClr>
                <a:schemeClr val="accent2"/>
              </a:buClr>
              <a:buSzPct val="100000"/>
              <a:defRPr sz="1050"/>
            </a:lvl4pPr>
            <a:lvl5pPr>
              <a:buClr>
                <a:schemeClr val="accent2"/>
              </a:buClr>
              <a:buSzPct val="100000"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2255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3055281"/>
            <a:ext cx="2496312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323844" y="3055281"/>
            <a:ext cx="2496312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4"/>
              </a:buClr>
              <a:defRPr sz="1050"/>
            </a:lvl3pPr>
            <a:lvl4pPr marL="385763" indent="-128588">
              <a:buClr>
                <a:schemeClr val="accent4"/>
              </a:buClr>
              <a:defRPr sz="1050"/>
            </a:lvl4pPr>
            <a:lvl5pPr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5961888" y="3055281"/>
            <a:ext cx="2496312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2"/>
              </a:buClr>
              <a:defRPr sz="1050"/>
            </a:lvl3pPr>
            <a:lvl4pPr marL="385763" indent="-128588">
              <a:buClr>
                <a:schemeClr val="accent2"/>
              </a:buClr>
              <a:defRPr sz="1050"/>
            </a:lvl4pPr>
            <a:lvl5pPr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91097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381419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7000"/>
            <a:ext cx="381419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3055281"/>
            <a:ext cx="3813048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4645152" y="3055281"/>
            <a:ext cx="3813048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bg2"/>
              </a:buClr>
              <a:defRPr sz="1050"/>
            </a:lvl3pPr>
            <a:lvl4pPr marL="385763" indent="-128588">
              <a:buClr>
                <a:schemeClr val="bg2"/>
              </a:buClr>
              <a:defRPr sz="1050"/>
            </a:lvl4pPr>
            <a:lvl5pPr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73655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381419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7000"/>
            <a:ext cx="3814192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5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3055281"/>
            <a:ext cx="3813048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4645152" y="3055281"/>
            <a:ext cx="3813048" cy="298833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bg2"/>
              </a:buClr>
              <a:defRPr sz="1050"/>
            </a:lvl3pPr>
            <a:lvl4pPr marL="385763" indent="-128588">
              <a:buClr>
                <a:schemeClr val="bg2"/>
              </a:buClr>
              <a:defRPr sz="1050"/>
            </a:lvl4pPr>
            <a:lvl5pPr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594486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0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62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74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86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685038" y="4717008"/>
            <a:ext cx="1831086" cy="1326605"/>
          </a:xfrm>
        </p:spPr>
        <p:txBody>
          <a:bodyPr/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2665476" y="4717008"/>
            <a:ext cx="1831086" cy="1326605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4645914" y="4717008"/>
            <a:ext cx="1831086" cy="1326605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6626352" y="4717008"/>
            <a:ext cx="1831086" cy="1326605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850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26662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6474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6286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97340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0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62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74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8638" y="1397001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685038" y="4717008"/>
            <a:ext cx="1831086" cy="1326605"/>
          </a:xfrm>
        </p:spPr>
        <p:txBody>
          <a:bodyPr/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2665476" y="4717008"/>
            <a:ext cx="1831086" cy="1326605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4645914" y="4717008"/>
            <a:ext cx="1831086" cy="1326605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6626352" y="4717008"/>
            <a:ext cx="1831086" cy="1326605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850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26662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6474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628638" y="3057005"/>
            <a:ext cx="18288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3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720990"/>
            <a:ext cx="2496312" cy="1370248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323844" y="4720990"/>
            <a:ext cx="2496312" cy="1370248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5961888" y="4720990"/>
            <a:ext cx="2496312" cy="1370248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85800" y="3060985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3323844" y="3060985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961888" y="3060985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68095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720990"/>
            <a:ext cx="2496312" cy="1370248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323844" y="4720990"/>
            <a:ext cx="2496312" cy="1370248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5961888" y="4720990"/>
            <a:ext cx="2496312" cy="1370248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85800" y="3060985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3323844" y="3060985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961888" y="3060985"/>
            <a:ext cx="249631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388863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6944" y="1397000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5152" y="1397000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704406"/>
            <a:ext cx="3813048" cy="1339207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4645152" y="4704406"/>
            <a:ext cx="3813048" cy="1339207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86944" y="3060985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645152" y="3060985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347403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6944" y="1397000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5152" y="1397000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704406"/>
            <a:ext cx="3813048" cy="1339207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4645152" y="4704406"/>
            <a:ext cx="3813048" cy="1339207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86944" y="3060985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645152" y="3060985"/>
            <a:ext cx="3814192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438670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85800" y="4592048"/>
            <a:ext cx="1831086" cy="1071062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2666238" y="4592048"/>
            <a:ext cx="1831086" cy="1071062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646676" y="4592048"/>
            <a:ext cx="1831086" cy="1071062"/>
          </a:xfrm>
          <a:solidFill>
            <a:schemeClr val="accent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627114" y="4592048"/>
            <a:ext cx="1831086" cy="1071062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70911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6999"/>
            <a:ext cx="18288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85800" y="4592048"/>
            <a:ext cx="1831086" cy="1071062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2666238" y="4592048"/>
            <a:ext cx="1831086" cy="1071062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646676" y="4592048"/>
            <a:ext cx="1831086" cy="1071062"/>
          </a:xfrm>
          <a:solidFill>
            <a:schemeClr val="accent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627114" y="4592048"/>
            <a:ext cx="1831086" cy="1071062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768240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6999"/>
            <a:ext cx="249631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6999"/>
            <a:ext cx="249631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6999"/>
            <a:ext cx="249631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4822880"/>
            <a:ext cx="2496312" cy="840230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3323844" y="4822880"/>
            <a:ext cx="2496312" cy="840230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961888" y="4822880"/>
            <a:ext cx="2496312" cy="840230"/>
          </a:xfrm>
          <a:solidFill>
            <a:schemeClr val="accent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496052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6999"/>
            <a:ext cx="249631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6999"/>
            <a:ext cx="249631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6999"/>
            <a:ext cx="249631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4822880"/>
            <a:ext cx="2496312" cy="840230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3323844" y="4822880"/>
            <a:ext cx="2496312" cy="840230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961888" y="4822880"/>
            <a:ext cx="2496312" cy="840230"/>
          </a:xfrm>
          <a:solidFill>
            <a:schemeClr val="accent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287383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6999"/>
            <a:ext cx="381419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6999"/>
            <a:ext cx="381419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5053712"/>
            <a:ext cx="3813048" cy="609398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645152" y="5053712"/>
            <a:ext cx="3813048" cy="609398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3366158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6999"/>
            <a:ext cx="381419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6999"/>
            <a:ext cx="3814192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5053712"/>
            <a:ext cx="3813048" cy="609398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645152" y="5053712"/>
            <a:ext cx="3813048" cy="609398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58640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85800" y="2970007"/>
            <a:ext cx="1831086" cy="1071062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2666238" y="2970007"/>
            <a:ext cx="1831086" cy="1071062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646676" y="2970007"/>
            <a:ext cx="1831086" cy="1071062"/>
          </a:xfrm>
          <a:solidFill>
            <a:schemeClr val="accent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627114" y="2970007"/>
            <a:ext cx="1831086" cy="1071062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212305"/>
            <a:ext cx="1831086" cy="1713558"/>
          </a:xfrm>
        </p:spPr>
        <p:txBody>
          <a:bodyPr/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2666238" y="4212305"/>
            <a:ext cx="1831086" cy="171355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3"/>
              </a:buClr>
              <a:defRPr sz="1050"/>
            </a:lvl3pPr>
            <a:lvl4pPr marL="385763" indent="-128588">
              <a:buClr>
                <a:schemeClr val="accent3"/>
              </a:buClr>
              <a:defRPr sz="1050"/>
            </a:lvl4pPr>
            <a:lvl5pPr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4646676" y="4212305"/>
            <a:ext cx="1831086" cy="171355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2"/>
              </a:buClr>
              <a:defRPr sz="1050"/>
            </a:lvl3pPr>
            <a:lvl4pPr marL="385763" indent="-128588">
              <a:buClr>
                <a:schemeClr val="accent2"/>
              </a:buClr>
              <a:defRPr sz="1050"/>
            </a:lvl4pPr>
            <a:lvl5pPr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6627114" y="4212305"/>
            <a:ext cx="1831086" cy="171355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bg2"/>
              </a:buClr>
              <a:defRPr sz="1050"/>
            </a:lvl3pPr>
            <a:lvl4pPr marL="385763" indent="-128588">
              <a:buClr>
                <a:schemeClr val="bg2"/>
              </a:buClr>
              <a:defRPr sz="1050"/>
            </a:lvl4pPr>
            <a:lvl5pPr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0898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397000"/>
            <a:ext cx="18288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85800" y="2970007"/>
            <a:ext cx="1831086" cy="1071062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2666238" y="2970007"/>
            <a:ext cx="1831086" cy="1071062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646676" y="2970007"/>
            <a:ext cx="1831086" cy="1071062"/>
          </a:xfrm>
          <a:solidFill>
            <a:schemeClr val="accent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627114" y="2970007"/>
            <a:ext cx="1831086" cy="1071062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212305"/>
            <a:ext cx="1831086" cy="1713558"/>
          </a:xfrm>
        </p:spPr>
        <p:txBody>
          <a:bodyPr/>
          <a:lstStyle>
            <a:lvl1pPr marL="0" indent="0">
              <a:buNone/>
              <a:defRPr sz="1050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2666238" y="4212305"/>
            <a:ext cx="1831086" cy="171355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3"/>
              </a:buClr>
              <a:defRPr sz="1050"/>
            </a:lvl3pPr>
            <a:lvl4pPr marL="385763" indent="-128588">
              <a:buClr>
                <a:schemeClr val="accent3"/>
              </a:buClr>
              <a:defRPr sz="1050"/>
            </a:lvl4pPr>
            <a:lvl5pPr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4646676" y="4212305"/>
            <a:ext cx="1831086" cy="171355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Clr>
                <a:schemeClr val="accent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2"/>
              </a:buClr>
              <a:defRPr sz="1050"/>
            </a:lvl3pPr>
            <a:lvl4pPr marL="385763" indent="-128588">
              <a:buClr>
                <a:schemeClr val="accent2"/>
              </a:buClr>
              <a:defRPr sz="1050"/>
            </a:lvl4pPr>
            <a:lvl5pPr>
              <a:buClr>
                <a:schemeClr val="accent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6627114" y="4212305"/>
            <a:ext cx="1831086" cy="171355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28588" indent="-128588">
              <a:buClr>
                <a:schemeClr val="bg2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bg2"/>
              </a:buClr>
              <a:defRPr sz="1050"/>
            </a:lvl3pPr>
            <a:lvl4pPr marL="385763" indent="-128588">
              <a:buClr>
                <a:schemeClr val="bg2"/>
              </a:buClr>
              <a:defRPr sz="1050"/>
            </a:lvl4pPr>
            <a:lvl5pPr>
              <a:buClr>
                <a:schemeClr val="bg2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207541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3200839"/>
            <a:ext cx="2496312" cy="840230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3323844" y="3200839"/>
            <a:ext cx="2496312" cy="840230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961888" y="3200839"/>
            <a:ext cx="2496312" cy="840230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212305"/>
            <a:ext cx="2496312" cy="175069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323844" y="4212305"/>
            <a:ext cx="2496312" cy="175069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4"/>
              </a:buClr>
              <a:defRPr sz="1050"/>
            </a:lvl3pPr>
            <a:lvl4pPr marL="385763" indent="-128588">
              <a:buClr>
                <a:schemeClr val="accent4"/>
              </a:buClr>
              <a:defRPr sz="1050"/>
            </a:lvl4pPr>
            <a:lvl5pPr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5961888" y="4212305"/>
            <a:ext cx="2496312" cy="175069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3"/>
              </a:buClr>
              <a:defRPr sz="1050"/>
            </a:lvl3pPr>
            <a:lvl4pPr marL="385763" indent="-128588">
              <a:buClr>
                <a:schemeClr val="accent3"/>
              </a:buClr>
              <a:defRPr sz="1050"/>
            </a:lvl4pPr>
            <a:lvl5pPr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5991779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249631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397000"/>
            <a:ext cx="249631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1888" y="1397000"/>
            <a:ext cx="249631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3200839"/>
            <a:ext cx="2496312" cy="840230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3323844" y="3200839"/>
            <a:ext cx="2496312" cy="840230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961888" y="3200839"/>
            <a:ext cx="2496312" cy="840230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212305"/>
            <a:ext cx="2496312" cy="175069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323844" y="4212305"/>
            <a:ext cx="2496312" cy="175069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4"/>
              </a:buClr>
              <a:defRPr sz="1050"/>
            </a:lvl3pPr>
            <a:lvl4pPr marL="385763" indent="-128588">
              <a:buClr>
                <a:schemeClr val="accent4"/>
              </a:buClr>
              <a:defRPr sz="1050"/>
            </a:lvl4pPr>
            <a:lvl5pPr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5961888" y="4212305"/>
            <a:ext cx="2496312" cy="1750692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3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3"/>
              </a:buClr>
              <a:defRPr sz="1050"/>
            </a:lvl3pPr>
            <a:lvl4pPr marL="385763" indent="-128588">
              <a:buClr>
                <a:schemeClr val="accent3"/>
              </a:buClr>
              <a:defRPr sz="1050"/>
            </a:lvl4pPr>
            <a:lvl5pPr>
              <a:buClr>
                <a:schemeClr val="accent3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29603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381419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7000"/>
            <a:ext cx="381419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3431671"/>
            <a:ext cx="3813048" cy="609398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645152" y="3431671"/>
            <a:ext cx="3813048" cy="609398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212305"/>
            <a:ext cx="3813048" cy="1703066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645152" y="4212305"/>
            <a:ext cx="3813048" cy="1703066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4"/>
              </a:buClr>
              <a:defRPr sz="1050"/>
            </a:lvl3pPr>
            <a:lvl4pPr marL="385763" indent="-128588">
              <a:buClr>
                <a:schemeClr val="accent4"/>
              </a:buClr>
              <a:defRPr sz="1050"/>
            </a:lvl4pPr>
            <a:lvl5pPr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39378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397000"/>
            <a:ext cx="381419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397000"/>
            <a:ext cx="3814192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05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85800" y="3431671"/>
            <a:ext cx="3813048" cy="609398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645152" y="3431671"/>
            <a:ext cx="3813048" cy="609398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50">
                <a:solidFill>
                  <a:srgbClr val="FFFFFF"/>
                </a:solidFill>
              </a:defRPr>
            </a:lvl2pPr>
            <a:lvl3pPr marL="257175" indent="-128588">
              <a:defRPr sz="1050">
                <a:solidFill>
                  <a:srgbClr val="FFFFFF"/>
                </a:solidFill>
              </a:defRPr>
            </a:lvl3pPr>
            <a:lvl4pPr marL="385763" indent="-128588">
              <a:defRPr sz="1050">
                <a:solidFill>
                  <a:srgbClr val="FFFFFF"/>
                </a:solidFill>
              </a:defRPr>
            </a:lvl4pPr>
            <a:lvl5pPr marL="557213" indent="-171450">
              <a:defRPr sz="10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685800" y="4212305"/>
            <a:ext cx="3813048" cy="1703066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Font typeface="Arial" panose="020B0604020202020204" pitchFamily="34" charset="0"/>
              <a:buChar char="•"/>
              <a:defRPr sz="1050"/>
            </a:lvl2pPr>
            <a:lvl3pPr marL="257175" indent="-128588">
              <a:defRPr sz="1050"/>
            </a:lvl3pPr>
            <a:lvl4pPr marL="385763" indent="-128588"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645152" y="4212305"/>
            <a:ext cx="3813048" cy="1703066"/>
          </a:xfrm>
        </p:spPr>
        <p:txBody>
          <a:bodyPr/>
          <a:lstStyle>
            <a:lvl1pPr marL="0" indent="0">
              <a:buNone/>
              <a:defRPr sz="1575"/>
            </a:lvl1pPr>
            <a:lvl2pPr marL="128588" indent="-128588">
              <a:buClr>
                <a:schemeClr val="accent4"/>
              </a:buClr>
              <a:buFont typeface="Arial" panose="020B0604020202020204" pitchFamily="34" charset="0"/>
              <a:buChar char="•"/>
              <a:defRPr sz="1050"/>
            </a:lvl2pPr>
            <a:lvl3pPr marL="257175" indent="-128588">
              <a:buClr>
                <a:schemeClr val="accent4"/>
              </a:buClr>
              <a:defRPr sz="1050"/>
            </a:lvl3pPr>
            <a:lvl4pPr marL="385763" indent="-128588">
              <a:buClr>
                <a:schemeClr val="accent4"/>
              </a:buClr>
              <a:defRPr sz="1050"/>
            </a:lvl4pPr>
            <a:lvl5pPr>
              <a:buClr>
                <a:schemeClr val="accent4"/>
              </a:buCl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236418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12783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409679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794025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90922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5267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7772164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8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612783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3409679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794025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2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5590922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975267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4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7772164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6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7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2612783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6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3409679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4794025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5590922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6975267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7772164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443668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12783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409679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794025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90922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5267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7772164" y="1639789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612783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3409679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794025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3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5590922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975267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5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7772164" y="3153547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7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7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2612783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6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3409679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4794025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5590922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6975267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7772164" y="4667304"/>
            <a:ext cx="1034421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28919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639789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270244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069975" y="1639789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08947" y="1639789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911512" y="1639789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3153547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0244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069975" y="3153547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08947" y="3153547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6911512" y="3153547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7" y="4667304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270244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6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069975" y="4667304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108947" y="4667304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6911512" y="4667304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840396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639789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270244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069975" y="1639789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08947" y="1639789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911512" y="1639789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3153547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0244" y="3153548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069975" y="3153547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08947" y="3153547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6911512" y="3153547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7" y="4667304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270244" y="4667305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6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069975" y="4667304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108947" y="4667304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6911512" y="4667304"/>
            <a:ext cx="1735806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523207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639789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270244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069975" y="1639789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08947" y="1639789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911512" y="1639789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886577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3886576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0244" y="3886577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069975" y="3886576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08947" y="3886576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6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6911512" y="3886576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643385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639789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270244" y="1639790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069975" y="1639789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08947" y="1639789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911512" y="1639789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886577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3886576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0244" y="3886577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069975" y="3886576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08947" y="3886576"/>
            <a:ext cx="685800" cy="685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6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6911512" y="3886576"/>
            <a:ext cx="1735806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240355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721530" y="1639789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709852" y="1639790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002677" y="1639789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886577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721530" y="3886576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709852" y="3886577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002677" y="3886576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0098477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639790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721530" y="1639789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709852" y="1639790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002677" y="1639789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3886577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721530" y="3886576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709852" y="3886577"/>
            <a:ext cx="1150616" cy="115214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002677" y="3886576"/>
            <a:ext cx="2669009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i="1"/>
            </a:lvl2pPr>
            <a:lvl3pPr marL="0" indent="0">
              <a:buNone/>
              <a:defRPr sz="90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165195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7520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31541" y="3256993"/>
            <a:ext cx="2532703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846223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270244" y="3256993"/>
            <a:ext cx="2532703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684926" y="1639789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108947" y="3256993"/>
            <a:ext cx="2532703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2165363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7520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31541" y="3256993"/>
            <a:ext cx="2532703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846223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270244" y="3256993"/>
            <a:ext cx="2532703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684926" y="1639789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108947" y="3256993"/>
            <a:ext cx="2532703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670109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50552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39441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853449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2642337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956346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4745234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7059242" y="1639789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6848131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818075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39441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2642337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4745234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6848131" y="3256993"/>
            <a:ext cx="180296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5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i="1"/>
            </a:lvl2pPr>
            <a:lvl3pPr marL="0" indent="0" algn="ctr">
              <a:buNone/>
              <a:defRPr sz="1050"/>
            </a:lvl3pPr>
            <a:lvl4pPr marL="385763" indent="-128588"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50552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853449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956346" y="1639790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4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7059242" y="1639789"/>
            <a:ext cx="1380744" cy="13807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88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84838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1" y="1268759"/>
            <a:ext cx="1764195" cy="353568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93478" y="1268759"/>
            <a:ext cx="1764195" cy="353568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600782" y="1268759"/>
            <a:ext cx="1859858" cy="353568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050"/>
            </a:lvl2pPr>
            <a:lvl3pPr marL="113110" indent="-113110">
              <a:defRPr sz="1050"/>
            </a:lvl3pPr>
            <a:lvl4pPr marL="301229" indent="-155972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598342" y="1268759"/>
            <a:ext cx="1859858" cy="353568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050"/>
            </a:lvl2pPr>
            <a:lvl3pPr marL="113110" indent="-113110">
              <a:defRPr sz="1050"/>
            </a:lvl3pPr>
            <a:lvl4pPr marL="301229" indent="-155972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85801" y="4980566"/>
            <a:ext cx="3774839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693479" y="4980566"/>
            <a:ext cx="3764722" cy="958851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114297" indent="-114297">
              <a:buFont typeface="Arial" panose="020B0604020202020204" pitchFamily="34" charset="0"/>
              <a:buChar char="•"/>
              <a:defRPr sz="1050"/>
            </a:lvl2pPr>
            <a:lvl3pPr marL="228594" indent="-114297">
              <a:defRPr sz="1050"/>
            </a:lvl3pPr>
            <a:lvl4pPr marL="400040" indent="-171446">
              <a:defRPr sz="1050"/>
            </a:lvl4pPr>
            <a:lvl5pPr marL="571486" indent="-171446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50022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Prostokąt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Prostokąt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Prostokąt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Prostokąt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Podtytuł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l-PL"/>
              <a:t>Kliknij, aby edytować styl wzorca podtytułu</a:t>
            </a:r>
            <a:endParaRPr kumimoji="0" lang="en-US"/>
          </a:p>
        </p:txBody>
      </p:sp>
      <p:sp>
        <p:nvSpPr>
          <p:cNvPr id="28" name="Symbol zastępczy daty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91F470-0100-4121-8DC1-0A4E79410898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Symbol zastępczy stopki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Łącznik prostoliniowy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Prostokąt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Elipsa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Elipsa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ymbol zastępczy numeru slajdu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45AE794-9472-4E3C-953B-C6A97E6919AD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30684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764F0E-CCED-4E07-9DAE-96C8AF150529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E6D32AC9-7774-4007-9B6C-89656E61F03F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ymbol zastępczy zawartości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86802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rostokąt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Prostokąt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Prostokąt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Prostokąt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Prostokąt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Prostokąt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13" name="Prostokąt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Prostokąt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D183F7-EB0C-416C-AA1F-6181C281E0CC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Łącznik prostoliniowy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lipsa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ipsa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CEBCE02C-1877-464A-99C3-5A3239BB1565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63379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fld id="{62352439-530F-461C-A6DD-5ADC7553AD25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351ECF-70E0-493D-AF60-5FAC8344862F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Łącznik prostoliniowy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Symbol zastępczy zawartości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12" name="Symbol zastępczy zawartości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0387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Łącznik prostoliniowy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Prostokąt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Prostokąt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Prostokąt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Prostokąt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Prostokąt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Prostokąt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FDFE7E-D309-4C6F-8804-664AE4AFFD81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Łącznik prostoliniowy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Prostokąt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Symbol zastępczy zawartości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26" name="Symbol zastępczy zawartości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25" name="Elipsa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Elipsa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CAC6029E-2CCA-4E1C-B229-8C601281082C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3" name="Tytuł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09868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7B48D1-BEBD-4795-B160-323158909795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D7CD154B-63DA-408B-BDBE-8EDE730F9C29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9745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Prostokąt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Prostokąt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Prostokąt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Prostokąt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Prostokąt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3C96B1-41C0-48D6-B84F-724D1F24FFC9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873A6B5-BDB3-40E2-A560-607824CC94AE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20279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rostokąt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Prostokąt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Prostokąt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Prostokąt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Prostokąt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Prostokąt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8" name="Prostokąt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Łącznik prostoliniowy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ymbol zastępczy zawartości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10" name="Elipsa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ipsa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7A794326-6261-47B5-8093-9C765230E2A4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1" name="Prostokąt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3E7FDC-DE08-406A-B144-B198452FB507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241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Łącznik prostoliniowy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Prostokąt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Prostokąt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Prostokąt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Prostokąt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Prostokąt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Prostokąt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Prostokąt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ipsa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Elipsa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pPr>
              <a:defRPr/>
            </a:pPr>
            <a:fld id="{8F98268B-0F6D-4231-AC45-1A542CC02F1C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l-PL"/>
              <a:t>Kliknij ikonę, aby dodać obraz</a:t>
            </a:r>
            <a:endParaRPr kumimoji="0"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22" name="Prostokąt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fld id="{FC448E21-01B2-43E9-A205-B66F67246366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02916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22E12F-677E-43E8-B7A6-14D2BFA8158B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ACD1B-B5E9-4113-9632-0164BEF1F4E2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632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Prostokąt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Prostokąt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Prostokąt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Prostokąt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Prostokąt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Łącznik prostoliniowy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ipsa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ipsa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pPr>
              <a:defRPr/>
            </a:pPr>
            <a:fld id="{D25DC0D3-552C-4707-82D2-19B793260301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E79E51-D416-4DF7-A44D-712801CBDE4A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4498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19201"/>
            <a:ext cx="7772400" cy="46275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25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  <p:sldLayoutId id="2147483961" r:id="rId12"/>
    <p:sldLayoutId id="2147483962" r:id="rId13"/>
    <p:sldLayoutId id="2147483963" r:id="rId14"/>
    <p:sldLayoutId id="2147483964" r:id="rId15"/>
    <p:sldLayoutId id="2147483965" r:id="rId16"/>
    <p:sldLayoutId id="2147483966" r:id="rId17"/>
    <p:sldLayoutId id="2147483967" r:id="rId18"/>
    <p:sldLayoutId id="2147483968" r:id="rId19"/>
    <p:sldLayoutId id="2147483969" r:id="rId20"/>
    <p:sldLayoutId id="2147483970" r:id="rId21"/>
    <p:sldLayoutId id="2147483971" r:id="rId22"/>
    <p:sldLayoutId id="2147483972" r:id="rId23"/>
    <p:sldLayoutId id="2147483973" r:id="rId24"/>
    <p:sldLayoutId id="2147483974" r:id="rId25"/>
    <p:sldLayoutId id="2147483975" r:id="rId26"/>
    <p:sldLayoutId id="2147483976" r:id="rId27"/>
    <p:sldLayoutId id="2147483977" r:id="rId28"/>
    <p:sldLayoutId id="2147483978" r:id="rId29"/>
    <p:sldLayoutId id="2147483979" r:id="rId30"/>
    <p:sldLayoutId id="2147483980" r:id="rId31"/>
    <p:sldLayoutId id="2147483981" r:id="rId32"/>
    <p:sldLayoutId id="2147483982" r:id="rId33"/>
    <p:sldLayoutId id="2147483983" r:id="rId34"/>
    <p:sldLayoutId id="2147483984" r:id="rId35"/>
    <p:sldLayoutId id="2147483985" r:id="rId36"/>
    <p:sldLayoutId id="2147483986" r:id="rId37"/>
    <p:sldLayoutId id="2147483987" r:id="rId38"/>
    <p:sldLayoutId id="2147483988" r:id="rId39"/>
    <p:sldLayoutId id="2147483989" r:id="rId40"/>
    <p:sldLayoutId id="2147483990" r:id="rId41"/>
    <p:sldLayoutId id="2147483991" r:id="rId42"/>
    <p:sldLayoutId id="2147483992" r:id="rId43"/>
    <p:sldLayoutId id="2147483993" r:id="rId44"/>
    <p:sldLayoutId id="2147483994" r:id="rId45"/>
    <p:sldLayoutId id="2147483995" r:id="rId46"/>
    <p:sldLayoutId id="2147483996" r:id="rId47"/>
    <p:sldLayoutId id="2147483997" r:id="rId48"/>
    <p:sldLayoutId id="2147483998" r:id="rId49"/>
    <p:sldLayoutId id="2147483999" r:id="rId50"/>
    <p:sldLayoutId id="2147484000" r:id="rId51"/>
    <p:sldLayoutId id="2147484001" r:id="rId52"/>
    <p:sldLayoutId id="2147484002" r:id="rId53"/>
    <p:sldLayoutId id="2147484003" r:id="rId54"/>
    <p:sldLayoutId id="2147484004" r:id="rId55"/>
    <p:sldLayoutId id="2147484005" r:id="rId56"/>
    <p:sldLayoutId id="2147484006" r:id="rId57"/>
    <p:sldLayoutId id="2147484007" r:id="rId58"/>
  </p:sldLayoutIdLst>
  <p:hf sldNum="0" hdr="0" ftr="0" dt="0"/>
  <p:txStyles>
    <p:titleStyle>
      <a:lvl1pPr algn="ctr" defTabSz="914378" rtl="0" eaLnBrk="1" latinLnBrk="0" hangingPunct="1">
        <a:lnSpc>
          <a:spcPct val="86000"/>
        </a:lnSpc>
        <a:spcBef>
          <a:spcPct val="0"/>
        </a:spcBef>
        <a:buNone/>
        <a:defRPr sz="2100" kern="800" spc="-4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9143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500" kern="800" spc="-10">
          <a:solidFill>
            <a:schemeClr val="tx1"/>
          </a:solidFill>
          <a:latin typeface="+mn-lt"/>
          <a:ea typeface="+mn-ea"/>
          <a:cs typeface="+mn-cs"/>
        </a:defRPr>
      </a:lvl1pPr>
      <a:lvl2pPr marL="344480" indent="-173034" algn="l" defTabSz="9143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200" kern="800">
          <a:solidFill>
            <a:schemeClr val="tx1"/>
          </a:solidFill>
          <a:latin typeface="+mn-lt"/>
          <a:ea typeface="+mn-ea"/>
          <a:cs typeface="+mn-cs"/>
        </a:defRPr>
      </a:lvl2pPr>
      <a:lvl3pPr marL="515925" indent="-171446" algn="l" defTabSz="9143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200" kern="800">
          <a:solidFill>
            <a:schemeClr val="tx1"/>
          </a:solidFill>
          <a:latin typeface="+mn-lt"/>
          <a:ea typeface="+mn-ea"/>
          <a:cs typeface="+mn-cs"/>
        </a:defRPr>
      </a:lvl3pPr>
      <a:lvl4pPr marL="687371" indent="-171446" algn="l" defTabSz="9143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200" kern="800">
          <a:solidFill>
            <a:schemeClr val="tx1"/>
          </a:solidFill>
          <a:latin typeface="+mn-lt"/>
          <a:ea typeface="+mn-ea"/>
          <a:cs typeface="+mn-cs"/>
        </a:defRPr>
      </a:lvl4pPr>
      <a:lvl5pPr marL="858817" indent="-171446" algn="l" defTabSz="9143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200" kern="8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rostokąt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Prostokąt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Prostokąt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Prostokąt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Prostokąt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Symbol zastępczy daty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7F3C964-A0DB-411A-8149-89C1A3DF423C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08.04.2026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Prostokąt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Łącznik prostoliniowy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ipsa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ipsa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ymbol zastępczy numeru slajdu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1D0443-1717-4824-9F88-2CC9510B68EA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Symbol zastępczy tytułu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13" name="Symbol zastępczy tekstu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l-PL"/>
              <a:t>Kliknij, aby edytować style wzorca tekstu</a:t>
            </a:r>
          </a:p>
          <a:p>
            <a:pPr lvl="1" eaLnBrk="1" latinLnBrk="0" hangingPunct="1"/>
            <a:r>
              <a:rPr kumimoji="0" lang="pl-PL"/>
              <a:t>Drugi poziom</a:t>
            </a:r>
          </a:p>
          <a:p>
            <a:pPr lvl="2" eaLnBrk="1" latinLnBrk="0" hangingPunct="1"/>
            <a:r>
              <a:rPr kumimoji="0" lang="pl-PL"/>
              <a:t>Trzeci poziom</a:t>
            </a:r>
          </a:p>
          <a:p>
            <a:pPr lvl="3" eaLnBrk="1" latinLnBrk="0" hangingPunct="1"/>
            <a:r>
              <a:rPr kumimoji="0" lang="pl-PL"/>
              <a:t>Czwarty poziom</a:t>
            </a:r>
          </a:p>
          <a:p>
            <a:pPr lvl="4" eaLnBrk="1" latinLnBrk="0" hangingPunct="1"/>
            <a:r>
              <a:rPr kumimoji="0" lang="pl-PL"/>
              <a:t>Piąty poziom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3320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F4B443-D622-7D7E-89EF-5CE1088B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58" y="5409612"/>
            <a:ext cx="8534400" cy="953610"/>
          </a:xfrm>
        </p:spPr>
        <p:txBody>
          <a:bodyPr>
            <a:normAutofit/>
          </a:bodyPr>
          <a:lstStyle/>
          <a:p>
            <a:r>
              <a:rPr lang="pl-PL" sz="2800" dirty="0"/>
              <a:t>Radom, 16.01.2026</a:t>
            </a:r>
            <a:br>
              <a:rPr lang="pl-PL" dirty="0"/>
            </a:br>
            <a:r>
              <a:rPr lang="pl-PL" sz="2200" dirty="0"/>
              <a:t>Paulina Wichniarek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F5780E8-E53D-3940-8DCD-A020AE8D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21" y="1938989"/>
            <a:ext cx="6787157" cy="325583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DD2E0CF-5E6A-F9A0-5D74-0E2BBA031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44" y="331628"/>
            <a:ext cx="1912893" cy="7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3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53B834F-B7D0-ACBB-7F6E-68255821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pl-PL" dirty="0"/>
              <a:t>Premia styczeń-luty 2026</a:t>
            </a:r>
            <a:endParaRPr lang="en-US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7B5391E-2456-2311-8C55-9C8D4729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379672"/>
              </p:ext>
            </p:extLst>
          </p:nvPr>
        </p:nvGraphicFramePr>
        <p:xfrm>
          <a:off x="1653436" y="2254685"/>
          <a:ext cx="6513535" cy="3043824"/>
        </p:xfrm>
        <a:graphic>
          <a:graphicData uri="http://schemas.openxmlformats.org/drawingml/2006/table">
            <a:tbl>
              <a:tblPr/>
              <a:tblGrid>
                <a:gridCol w="2765396">
                  <a:extLst>
                    <a:ext uri="{9D8B030D-6E8A-4147-A177-3AD203B41FA5}">
                      <a16:colId xmlns:a16="http://schemas.microsoft.com/office/drawing/2014/main" val="441509912"/>
                    </a:ext>
                  </a:extLst>
                </a:gridCol>
                <a:gridCol w="1256998">
                  <a:extLst>
                    <a:ext uri="{9D8B030D-6E8A-4147-A177-3AD203B41FA5}">
                      <a16:colId xmlns:a16="http://schemas.microsoft.com/office/drawing/2014/main" val="3870477251"/>
                    </a:ext>
                  </a:extLst>
                </a:gridCol>
                <a:gridCol w="914180">
                  <a:extLst>
                    <a:ext uri="{9D8B030D-6E8A-4147-A177-3AD203B41FA5}">
                      <a16:colId xmlns:a16="http://schemas.microsoft.com/office/drawing/2014/main" val="110661373"/>
                    </a:ext>
                  </a:extLst>
                </a:gridCol>
                <a:gridCol w="959889">
                  <a:extLst>
                    <a:ext uri="{9D8B030D-6E8A-4147-A177-3AD203B41FA5}">
                      <a16:colId xmlns:a16="http://schemas.microsoft.com/office/drawing/2014/main" val="2062386089"/>
                    </a:ext>
                  </a:extLst>
                </a:gridCol>
                <a:gridCol w="617072">
                  <a:extLst>
                    <a:ext uri="{9D8B030D-6E8A-4147-A177-3AD203B41FA5}">
                      <a16:colId xmlns:a16="http://schemas.microsoft.com/office/drawing/2014/main" val="3049049151"/>
                    </a:ext>
                  </a:extLst>
                </a:gridCol>
              </a:tblGrid>
              <a:tr h="4348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2026'01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2026'02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2026'03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11366"/>
                  </a:ext>
                </a:extLst>
              </a:tr>
              <a:tr h="4348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Longina Ostrowska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525459"/>
                  </a:ext>
                </a:extLst>
              </a:tr>
              <a:tr h="4348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Aneta Kaczyńska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488038"/>
                  </a:ext>
                </a:extLst>
              </a:tr>
              <a:tr h="4348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Aleksandra Traczykiewicz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06203"/>
                  </a:ext>
                </a:extLst>
              </a:tr>
              <a:tr h="4348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Lidia Roleska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367264"/>
                  </a:ext>
                </a:extLst>
              </a:tr>
              <a:tr h="4348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Piotr Banach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81921"/>
                  </a:ext>
                </a:extLst>
              </a:tr>
              <a:tr h="4348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578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08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4CF004-680C-9A80-7DDF-70C3A770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 3 kwartały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D79C0EE1-5114-7EA1-B78F-2BA0B9E1A59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66842014"/>
              </p:ext>
            </p:extLst>
          </p:nvPr>
        </p:nvGraphicFramePr>
        <p:xfrm>
          <a:off x="739036" y="1490597"/>
          <a:ext cx="7465514" cy="4221271"/>
        </p:xfrm>
        <a:graphic>
          <a:graphicData uri="http://schemas.openxmlformats.org/drawingml/2006/table">
            <a:tbl>
              <a:tblPr/>
              <a:tblGrid>
                <a:gridCol w="1764575">
                  <a:extLst>
                    <a:ext uri="{9D8B030D-6E8A-4147-A177-3AD203B41FA5}">
                      <a16:colId xmlns:a16="http://schemas.microsoft.com/office/drawing/2014/main" val="1911740325"/>
                    </a:ext>
                  </a:extLst>
                </a:gridCol>
                <a:gridCol w="1085893">
                  <a:extLst>
                    <a:ext uri="{9D8B030D-6E8A-4147-A177-3AD203B41FA5}">
                      <a16:colId xmlns:a16="http://schemas.microsoft.com/office/drawing/2014/main" val="2118505050"/>
                    </a:ext>
                  </a:extLst>
                </a:gridCol>
                <a:gridCol w="1085893">
                  <a:extLst>
                    <a:ext uri="{9D8B030D-6E8A-4147-A177-3AD203B41FA5}">
                      <a16:colId xmlns:a16="http://schemas.microsoft.com/office/drawing/2014/main" val="3097308275"/>
                    </a:ext>
                  </a:extLst>
                </a:gridCol>
                <a:gridCol w="1085893">
                  <a:extLst>
                    <a:ext uri="{9D8B030D-6E8A-4147-A177-3AD203B41FA5}">
                      <a16:colId xmlns:a16="http://schemas.microsoft.com/office/drawing/2014/main" val="1738525856"/>
                    </a:ext>
                  </a:extLst>
                </a:gridCol>
                <a:gridCol w="1512494">
                  <a:extLst>
                    <a:ext uri="{9D8B030D-6E8A-4147-A177-3AD203B41FA5}">
                      <a16:colId xmlns:a16="http://schemas.microsoft.com/office/drawing/2014/main" val="3466268186"/>
                    </a:ext>
                  </a:extLst>
                </a:gridCol>
                <a:gridCol w="930766">
                  <a:extLst>
                    <a:ext uri="{9D8B030D-6E8A-4147-A177-3AD203B41FA5}">
                      <a16:colId xmlns:a16="http://schemas.microsoft.com/office/drawing/2014/main" val="3901295151"/>
                    </a:ext>
                  </a:extLst>
                </a:gridCol>
              </a:tblGrid>
              <a:tr h="6534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obrót 06-08'2025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obrót 10-12'2025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obrót 01-03'2026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3 kwartały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 Va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28074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72 862,55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99 829,46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86 770,24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259 462,25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40796"/>
                  </a:ext>
                </a:extLst>
              </a:tr>
              <a:tr h="5835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Longina Ostrowska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31 053,51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32 919,98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27 129,12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91 102,61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30020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Aneta Kaczyńska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16 480,63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19 331,85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16 616,12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52 428,60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69395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Lidka Roleska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11 234,73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6 711,39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11 568,30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29 514,42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75931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Ola Traczykiewicz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5 850,39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11 226,68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18 132,53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35 209,60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94869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Anna Pankowska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5 194,87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3 134,02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3 321,64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11 650,53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81623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Piotr Banach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3 048,42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22 447,62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9 345,36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34 841,40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042468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Jagoda Bursiak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2 905,14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213,42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3 118,56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85291"/>
                  </a:ext>
                </a:extLst>
              </a:tr>
              <a:tr h="32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Marcin Salata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892,78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443,75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1 336,53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624945"/>
                  </a:ext>
                </a:extLst>
              </a:tr>
              <a:tr h="3705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Waldemar Gwarda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3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61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C8D565-3BD1-AA4A-659B-06ECB335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kwiecień-czerwiec  2026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36F4507A-2257-9F72-53CD-78E665F6B54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8563127"/>
              </p:ext>
            </p:extLst>
          </p:nvPr>
        </p:nvGraphicFramePr>
        <p:xfrm>
          <a:off x="1478072" y="2371376"/>
          <a:ext cx="5536505" cy="2348147"/>
        </p:xfrm>
        <a:graphic>
          <a:graphicData uri="http://schemas.openxmlformats.org/drawingml/2006/table">
            <a:tbl>
              <a:tblPr/>
              <a:tblGrid>
                <a:gridCol w="952517">
                  <a:extLst>
                    <a:ext uri="{9D8B030D-6E8A-4147-A177-3AD203B41FA5}">
                      <a16:colId xmlns:a16="http://schemas.microsoft.com/office/drawing/2014/main" val="87936496"/>
                    </a:ext>
                  </a:extLst>
                </a:gridCol>
                <a:gridCol w="1726437">
                  <a:extLst>
                    <a:ext uri="{9D8B030D-6E8A-4147-A177-3AD203B41FA5}">
                      <a16:colId xmlns:a16="http://schemas.microsoft.com/office/drawing/2014/main" val="718625892"/>
                    </a:ext>
                  </a:extLst>
                </a:gridCol>
                <a:gridCol w="952517">
                  <a:extLst>
                    <a:ext uri="{9D8B030D-6E8A-4147-A177-3AD203B41FA5}">
                      <a16:colId xmlns:a16="http://schemas.microsoft.com/office/drawing/2014/main" val="2209483295"/>
                    </a:ext>
                  </a:extLst>
                </a:gridCol>
                <a:gridCol w="952517">
                  <a:extLst>
                    <a:ext uri="{9D8B030D-6E8A-4147-A177-3AD203B41FA5}">
                      <a16:colId xmlns:a16="http://schemas.microsoft.com/office/drawing/2014/main" val="175228106"/>
                    </a:ext>
                  </a:extLst>
                </a:gridCol>
                <a:gridCol w="952517">
                  <a:extLst>
                    <a:ext uri="{9D8B030D-6E8A-4147-A177-3AD203B41FA5}">
                      <a16:colId xmlns:a16="http://schemas.microsoft.com/office/drawing/2014/main" val="3441590204"/>
                    </a:ext>
                  </a:extLst>
                </a:gridCol>
              </a:tblGrid>
              <a:tr h="68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pozycja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Styczeń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Marzec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pl-PL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458596"/>
                  </a:ext>
                </a:extLst>
              </a:tr>
              <a:tr h="346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511474"/>
                  </a:ext>
                </a:extLst>
              </a:tr>
              <a:tr h="346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187560"/>
                  </a:ext>
                </a:extLst>
              </a:tr>
              <a:tr h="346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7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469297"/>
                  </a:ext>
                </a:extLst>
              </a:tr>
              <a:tr h="3460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1’500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90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69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6533D9-3AD7-B9F1-4059-FF208A31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Nowości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471629-C4FF-6723-2C64-98CE2D69FD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0857907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ffice Theme">
  <a:themeElements>
    <a:clrScheme name="i9_Multicolored">
      <a:dk1>
        <a:srgbClr val="57565A"/>
      </a:dk1>
      <a:lt1>
        <a:sysClr val="window" lastClr="FFFFFF"/>
      </a:lt1>
      <a:dk2>
        <a:srgbClr val="21B169"/>
      </a:dk2>
      <a:lt2>
        <a:srgbClr val="CF423F"/>
      </a:lt2>
      <a:accent1>
        <a:srgbClr val="4DB3C7"/>
      </a:accent1>
      <a:accent2>
        <a:srgbClr val="85CA46"/>
      </a:accent2>
      <a:accent3>
        <a:srgbClr val="F49D00"/>
      </a:accent3>
      <a:accent4>
        <a:srgbClr val="D2326B"/>
      </a:accent4>
      <a:accent5>
        <a:srgbClr val="1D6E9B"/>
      </a:accent5>
      <a:accent6>
        <a:srgbClr val="6850B4"/>
      </a:accent6>
      <a:hlink>
        <a:srgbClr val="7030A0"/>
      </a:hlink>
      <a:folHlink>
        <a:srgbClr val="00B0F0"/>
      </a:folHlink>
    </a:clrScheme>
    <a:fontScheme name="Custom 3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Miejski">
  <a:themeElements>
    <a:clrScheme name="Miejski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Miejski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ejski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264</TotalTime>
  <Words>204</Words>
  <Application>Microsoft Office PowerPoint</Application>
  <PresentationFormat>Pokaz na ekranie (4:3)</PresentationFormat>
  <Paragraphs>133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9</vt:i4>
      </vt:variant>
      <vt:variant>
        <vt:lpstr>Motyw</vt:lpstr>
      </vt:variant>
      <vt:variant>
        <vt:i4>2</vt:i4>
      </vt:variant>
      <vt:variant>
        <vt:lpstr>Tytuły slajdów</vt:lpstr>
      </vt:variant>
      <vt:variant>
        <vt:i4>5</vt:i4>
      </vt:variant>
    </vt:vector>
  </HeadingPairs>
  <TitlesOfParts>
    <vt:vector size="16" baseType="lpstr">
      <vt:lpstr>Aptos</vt:lpstr>
      <vt:lpstr>Aptos Narrow</vt:lpstr>
      <vt:lpstr>Arial</vt:lpstr>
      <vt:lpstr>Calibri</vt:lpstr>
      <vt:lpstr>Georgia</vt:lpstr>
      <vt:lpstr>Open Sans</vt:lpstr>
      <vt:lpstr>Open Sans Light</vt:lpstr>
      <vt:lpstr>Wingdings</vt:lpstr>
      <vt:lpstr>Wingdings 2</vt:lpstr>
      <vt:lpstr>2_Office Theme</vt:lpstr>
      <vt:lpstr>Miejski</vt:lpstr>
      <vt:lpstr>Radom, 16.01.2026 Paulina Wichniarek</vt:lpstr>
      <vt:lpstr>Premia styczeń-luty 2026</vt:lpstr>
      <vt:lpstr>Podsumowanie 3 kwartały</vt:lpstr>
      <vt:lpstr>Plan kwiecień-czerwiec  2026</vt:lpstr>
      <vt:lpstr>Nowości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Piotr Miekus KPM consulting</dc:creator>
  <cp:lastModifiedBy>paulina wichniarek</cp:lastModifiedBy>
  <cp:revision>5</cp:revision>
  <dcterms:created xsi:type="dcterms:W3CDTF">2015-11-05T12:39:09Z</dcterms:created>
  <dcterms:modified xsi:type="dcterms:W3CDTF">2026-04-08T09:10:44Z</dcterms:modified>
</cp:coreProperties>
</file>